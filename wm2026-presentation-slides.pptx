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53"/>
  </p:normalViewPr>
  <p:slideViewPr>
    <p:cSldViewPr snapToGrid="0">
      <p:cViewPr varScale="1">
        <p:scale>
          <a:sx n="95" d="100"/>
          <a:sy n="95" d="100"/>
        </p:scale>
        <p:origin x="200" y="6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71018-51C3-FF8B-904D-9377721D8A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5BFD9E-0B92-CF4A-45F7-0DE5D0C62B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3901D0-F309-9EA6-B9E1-7C68DC01E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5E7FE-9BC4-6F4C-A23F-F1F3750FAAED}" type="datetimeFigureOut">
              <a:rPr lang="en-US" smtClean="0"/>
              <a:t>3/6/26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9A263A-44B0-2698-39AC-8DDF9B2C9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3DABCE-B64D-5909-A7A5-BA51846EF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546FD-597D-6A4B-AB4F-13523D3C71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035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6BA6D-0A11-EFBE-7109-B7A7694FD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B92DCB-44BC-9779-23E9-5BC7089044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BB6F19-6096-D111-1040-46D9ED0C4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5E7FE-9BC4-6F4C-A23F-F1F3750FAAED}" type="datetimeFigureOut">
              <a:rPr lang="en-US" smtClean="0"/>
              <a:t>3/6/26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77BCE7-0D5C-C04B-653E-794A22A74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D0F248-D419-3D4E-B6CC-41235121D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546FD-597D-6A4B-AB4F-13523D3C71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826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107B1-2762-529C-5BCC-6459895F0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A7993-418A-F85B-8D38-D22C520514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B003C5-7594-E1A9-5203-D92771DE6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5E7FE-9BC4-6F4C-A23F-F1F3750FAAED}" type="datetimeFigureOut">
              <a:rPr lang="en-US" smtClean="0"/>
              <a:t>3/6/26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DD1E6C-69C1-ACBB-9FCB-F4AF421A6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BD83E-FE8E-6E08-61D3-B0A5A0B2A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546FD-597D-6A4B-AB4F-13523D3C71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7274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8E3F2-ADAC-506D-1483-78B225486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76A2CA-2854-1B05-9066-34B42A7D83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5A6DC8-B991-CC25-75BF-062387105B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AB3AED-27D0-FE00-F39A-09B22463A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5E7FE-9BC4-6F4C-A23F-F1F3750FAAED}" type="datetimeFigureOut">
              <a:rPr lang="en-US" smtClean="0"/>
              <a:t>3/6/26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1C10C1-F6F9-0E18-60E8-EC9B9F5EA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0789E0-1EFD-4756-C888-F453CCD7F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546FD-597D-6A4B-AB4F-13523D3C71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7607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6631E-0354-1E4D-D068-D7CFD9246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230748-BE45-8F42-9C9F-44E56FBACC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813F81-2AA6-82A3-76A9-432BF06902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42A4ED-FAAD-FF0A-38C3-89E869A166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6F7B1A-2388-E5E7-48B9-B9C77B287B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AB9A0C-313C-042A-C935-D722CAF6F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5E7FE-9BC4-6F4C-A23F-F1F3750FAAED}" type="datetimeFigureOut">
              <a:rPr lang="en-US" smtClean="0"/>
              <a:t>3/6/26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27CEC5F-0E53-EDBF-D011-5D78B47EC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9F84DF-C1B6-FD3E-3803-AA4597742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546FD-597D-6A4B-AB4F-13523D3C71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764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486E2-2148-C0B5-8A07-7D8C3927E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F90AF4-7FD8-394B-E8AB-AAF04D349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5E7FE-9BC4-6F4C-A23F-F1F3750FAAED}" type="datetimeFigureOut">
              <a:rPr lang="en-US" smtClean="0"/>
              <a:t>3/6/26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A2EE63-D10E-1E47-8C58-3AFA74D8B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BBDD07-2974-4DBB-D114-A95BF7B90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546FD-597D-6A4B-AB4F-13523D3C71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056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2D30C5-7228-CBA3-54C0-090A12049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5E7FE-9BC4-6F4C-A23F-F1F3750FAAED}" type="datetimeFigureOut">
              <a:rPr lang="en-US" smtClean="0"/>
              <a:t>3/6/26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8039DD-B49C-E511-45C9-5373742C0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C646DC-283D-C415-FAF1-B7B3E4606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546FD-597D-6A4B-AB4F-13523D3C71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15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A85C6-7120-8066-BB7A-D98770875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1967F4-8D68-1E65-E8D7-43B099BF6D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3B7E2E-C3E0-D1F9-1DB4-1C9B0BE9AE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8023DC-7752-AC8F-C05B-E4C4803BC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5E7FE-9BC4-6F4C-A23F-F1F3750FAAED}" type="datetimeFigureOut">
              <a:rPr lang="en-US" smtClean="0"/>
              <a:t>3/6/26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4BF2E7-2690-4FA9-5718-BAC2DE81C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CCAEAA-0F74-0630-6E7E-7F1A4AEC5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546FD-597D-6A4B-AB4F-13523D3C71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019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B2A5E-9DC3-6051-8787-55FE5C59C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B2160F-7A31-E097-1F77-BD0B10379E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9FE430-100C-0DE5-047A-492C36519D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70557F-2EFD-756A-E657-D3D930DD7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5E7FE-9BC4-6F4C-A23F-F1F3750FAAED}" type="datetimeFigureOut">
              <a:rPr lang="en-US" smtClean="0"/>
              <a:t>3/6/26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83F96C-158A-4411-4DAB-8908C557D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9C1771-4C43-AC4D-7DF7-7337066EF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546FD-597D-6A4B-AB4F-13523D3C71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7284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FBCD4-0733-0AA8-8B6E-86D71019D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533AAF-5EB8-349D-374D-697EDA7849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937F39-4B1F-7F91-8F0F-458D4E9ED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5E7FE-9BC4-6F4C-A23F-F1F3750FAAED}" type="datetimeFigureOut">
              <a:rPr lang="en-US" smtClean="0"/>
              <a:t>3/6/26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EF77B2-C2B5-46AB-B682-F2A326752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5046B6-87DA-6667-52FD-7BF6B646B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546FD-597D-6A4B-AB4F-13523D3C71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40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8F2EBB-94B2-3B50-3D2C-0C468297FB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43A517-179A-AAC3-9129-5888C9D4E1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66BA20-A081-2A1F-A2C9-FFF4254E1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5E7FE-9BC4-6F4C-A23F-F1F3750FAAED}" type="datetimeFigureOut">
              <a:rPr lang="en-US" smtClean="0"/>
              <a:t>3/6/26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013633-D949-EA2F-CFDC-8FE7F0843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BFD0D2-3609-02A2-7142-91C1C94D5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546FD-597D-6A4B-AB4F-13523D3C71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348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F75A18-C66A-E937-759A-539A3B478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DB250D-0EC8-C902-649A-143C801604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6FFABF-DBF8-5993-ACBD-089A15D9A6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15E7FE-9BC4-6F4C-A23F-F1F3750FAAED}" type="datetimeFigureOut">
              <a:rPr lang="en-US" smtClean="0"/>
              <a:t>3/6/26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A8E556-9951-830D-35AF-CD34EE1A6E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F791FD-FDEF-457C-16DF-EF59ECC2F7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F546FD-597D-6A4B-AB4F-13523D3C71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551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4641F-4B64-0C55-F91F-DD1F81DF88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293975-1179-D9D4-789E-0056366001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A close-up of a white background&#10;&#10;AI-generated content may be incorrect.">
            <a:extLst>
              <a:ext uri="{FF2B5EF4-FFF2-40B4-BE49-F238E27FC236}">
                <a16:creationId xmlns:a16="http://schemas.microsoft.com/office/drawing/2014/main" id="{CA269BBA-CC0E-070D-602D-040A660FF6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1151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B580D-DF2C-1494-9B92-6B707AC3D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diagram of a sludge&#10;&#10;AI-generated content may be incorrect.">
            <a:extLst>
              <a:ext uri="{FF2B5EF4-FFF2-40B4-BE49-F238E27FC236}">
                <a16:creationId xmlns:a16="http://schemas.microsoft.com/office/drawing/2014/main" id="{BAEFF509-BB57-CE20-6ED7-FE1A249E61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0257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093D6-F899-2A8E-0282-26596BCA8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diagram of a machine&#10;&#10;AI-generated content may be incorrect.">
            <a:extLst>
              <a:ext uri="{FF2B5EF4-FFF2-40B4-BE49-F238E27FC236}">
                <a16:creationId xmlns:a16="http://schemas.microsoft.com/office/drawing/2014/main" id="{8762E409-6FF7-2857-AF11-836DFE19C3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87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694EE-8603-08C6-AF84-400B983E8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close-up of a white background&#10;&#10;AI-generated content may be incorrect.">
            <a:extLst>
              <a:ext uri="{FF2B5EF4-FFF2-40B4-BE49-F238E27FC236}">
                <a16:creationId xmlns:a16="http://schemas.microsoft.com/office/drawing/2014/main" id="{1445A521-BF26-38A7-AABC-9FFBD95D33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7170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23DBF-1C4E-C11A-AE35-70F243F03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Diagram of a diagram of a liquid flow&#10;&#10;AI-generated content may be incorrect.">
            <a:extLst>
              <a:ext uri="{FF2B5EF4-FFF2-40B4-BE49-F238E27FC236}">
                <a16:creationId xmlns:a16="http://schemas.microsoft.com/office/drawing/2014/main" id="{E32DE79A-1281-24C9-6D06-702184A671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39386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5274D-1AA5-4F2F-3644-E382572C3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test tubes with dark liquid&#10;&#10;AI-generated content may be incorrect.">
            <a:extLst>
              <a:ext uri="{FF2B5EF4-FFF2-40B4-BE49-F238E27FC236}">
                <a16:creationId xmlns:a16="http://schemas.microsoft.com/office/drawing/2014/main" id="{AAA5B4BE-E364-80BB-9195-91CE9EC390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2724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860DA-E98C-0A29-6EA9-229CEC26A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diagram of a flowchart&#10;&#10;AI-generated content may be incorrect.">
            <a:extLst>
              <a:ext uri="{FF2B5EF4-FFF2-40B4-BE49-F238E27FC236}">
                <a16:creationId xmlns:a16="http://schemas.microsoft.com/office/drawing/2014/main" id="{16AB832D-B21A-49EB-F2F3-FFCBC7FB76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0462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12BF5-55F7-6C66-B9F5-012CE3E4B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Diagram of a workflow diagram&#10;&#10;AI-generated content may be incorrect.">
            <a:extLst>
              <a:ext uri="{FF2B5EF4-FFF2-40B4-BE49-F238E27FC236}">
                <a16:creationId xmlns:a16="http://schemas.microsoft.com/office/drawing/2014/main" id="{6EFE128E-7335-FFDE-5C64-C45D3FD8C6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8807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273F7-1810-35A8-E44A-7C93C22B3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diagram of a forest&#10;&#10;AI-generated content may be incorrect.">
            <a:extLst>
              <a:ext uri="{FF2B5EF4-FFF2-40B4-BE49-F238E27FC236}">
                <a16:creationId xmlns:a16="http://schemas.microsoft.com/office/drawing/2014/main" id="{062242E8-9B7B-6915-C125-33D17DB827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8401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FA274-A98D-0FC9-5927-37B945411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diagram of a tree&#10;&#10;AI-generated content may be incorrect.">
            <a:extLst>
              <a:ext uri="{FF2B5EF4-FFF2-40B4-BE49-F238E27FC236}">
                <a16:creationId xmlns:a16="http://schemas.microsoft.com/office/drawing/2014/main" id="{DC388188-F1E0-6DC0-B77C-529DC27616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440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912DF-1593-C60F-00F7-00FABE628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graph showing different colored bars&#10;&#10;AI-generated content may be incorrect.">
            <a:extLst>
              <a:ext uri="{FF2B5EF4-FFF2-40B4-BE49-F238E27FC236}">
                <a16:creationId xmlns:a16="http://schemas.microsoft.com/office/drawing/2014/main" id="{4124591F-49FC-AAF9-62F3-4285ECCDA6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4742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D84B4-553F-086E-58C1-58454FADB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graph of a normal distribution&#10;&#10;AI-generated content may be incorrect.">
            <a:extLst>
              <a:ext uri="{FF2B5EF4-FFF2-40B4-BE49-F238E27FC236}">
                <a16:creationId xmlns:a16="http://schemas.microsoft.com/office/drawing/2014/main" id="{B26B781E-F62A-87BD-2338-2681FD0331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9472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D7D2E-3972-2B9C-9292-F4BF16DD4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graph showing the results of a forecast&#10;&#10;AI-generated content may be incorrect.">
            <a:extLst>
              <a:ext uri="{FF2B5EF4-FFF2-40B4-BE49-F238E27FC236}">
                <a16:creationId xmlns:a16="http://schemas.microsoft.com/office/drawing/2014/main" id="{9362E44D-8B39-1B89-F888-C86E2FAF90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4182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C4978-9EAB-B32D-B590-32AC45B54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diagram of a person's performance&#10;&#10;AI-generated content may be incorrect.">
            <a:extLst>
              <a:ext uri="{FF2B5EF4-FFF2-40B4-BE49-F238E27FC236}">
                <a16:creationId xmlns:a16="http://schemas.microsoft.com/office/drawing/2014/main" id="{A39FA3A6-850B-8EE2-F9C6-DF4C2140EE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3920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5134B-8B66-D639-AFA0-6028FD61F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28A1269-030F-A149-5E3F-8765D9BB7F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4240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DFE04-9819-D075-C786-AD27851F4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diagram with blue text&#10;&#10;AI-generated content may be incorrect.">
            <a:extLst>
              <a:ext uri="{FF2B5EF4-FFF2-40B4-BE49-F238E27FC236}">
                <a16:creationId xmlns:a16="http://schemas.microsoft.com/office/drawing/2014/main" id="{21613C68-6032-B980-8DE0-AD11BF15F9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7142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8EEFD-C9E4-9627-7D54-5443F4DC2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close-up of a list of information&#10;&#10;AI-generated content may be incorrect.">
            <a:extLst>
              <a:ext uri="{FF2B5EF4-FFF2-40B4-BE49-F238E27FC236}">
                <a16:creationId xmlns:a16="http://schemas.microsoft.com/office/drawing/2014/main" id="{9E9A35D8-4718-BCEB-C609-4069C8F9F9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5097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0A878-F4A8-9560-4DE1-804562502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close-up of several words&#10;&#10;AI-generated content may be incorrect.">
            <a:extLst>
              <a:ext uri="{FF2B5EF4-FFF2-40B4-BE49-F238E27FC236}">
                <a16:creationId xmlns:a16="http://schemas.microsoft.com/office/drawing/2014/main" id="{A6C4471F-D15F-FA6C-0A72-A85A1D7557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5137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12A07-7D17-66D7-808C-9E83533E0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close-up of a document&#10;&#10;AI-generated content may be incorrect.">
            <a:extLst>
              <a:ext uri="{FF2B5EF4-FFF2-40B4-BE49-F238E27FC236}">
                <a16:creationId xmlns:a16="http://schemas.microsoft.com/office/drawing/2014/main" id="{49BF583B-4EB6-6631-15B4-2595DEEAE4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2656" y="0"/>
            <a:ext cx="12194656" cy="6859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8830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0CB74-5616-7DB0-BD7F-F06E9B69D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close-up of a hand shaking a glove&#10;&#10;AI-generated content may be incorrect.">
            <a:extLst>
              <a:ext uri="{FF2B5EF4-FFF2-40B4-BE49-F238E27FC236}">
                <a16:creationId xmlns:a16="http://schemas.microsoft.com/office/drawing/2014/main" id="{D306A8E7-1BC4-48A4-4539-2ACEF3823C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7957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Macintosh PowerPoint</Application>
  <PresentationFormat>Widescreen</PresentationFormat>
  <Paragraphs>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Adelegan, Josephine O</dc:creator>
  <cp:lastModifiedBy>Adelegan, Josephine O</cp:lastModifiedBy>
  <cp:revision>1</cp:revision>
  <dcterms:created xsi:type="dcterms:W3CDTF">2026-03-06T21:12:57Z</dcterms:created>
  <dcterms:modified xsi:type="dcterms:W3CDTF">2026-03-06T21:19:13Z</dcterms:modified>
</cp:coreProperties>
</file>